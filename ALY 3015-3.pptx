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2" r:id="rId6"/>
    <p:sldId id="260" r:id="rId7"/>
    <p:sldId id="261"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32"/>
  </p:normalViewPr>
  <p:slideViewPr>
    <p:cSldViewPr snapToGrid="0" snapToObjects="1">
      <p:cViewPr varScale="1">
        <p:scale>
          <a:sx n="106" d="100"/>
          <a:sy n="106" d="100"/>
        </p:scale>
        <p:origin x="7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C309B-FFD7-E04D-A955-17D9A63581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9FC3F0-64EB-EB43-B442-500CEFFA5E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0CEBA0-D176-544E-A44D-F273172F8952}"/>
              </a:ext>
            </a:extLst>
          </p:cNvPr>
          <p:cNvSpPr>
            <a:spLocks noGrp="1"/>
          </p:cNvSpPr>
          <p:nvPr>
            <p:ph type="dt" sz="half" idx="10"/>
          </p:nvPr>
        </p:nvSpPr>
        <p:spPr/>
        <p:txBody>
          <a:bodyPr/>
          <a:lstStyle/>
          <a:p>
            <a:fld id="{8EA1EC01-3B4E-3E4E-9B31-D3AF73CE3DC0}" type="datetimeFigureOut">
              <a:rPr lang="en-US" smtClean="0"/>
              <a:t>8/24/20</a:t>
            </a:fld>
            <a:endParaRPr lang="en-US"/>
          </a:p>
        </p:txBody>
      </p:sp>
      <p:sp>
        <p:nvSpPr>
          <p:cNvPr id="5" name="Footer Placeholder 4">
            <a:extLst>
              <a:ext uri="{FF2B5EF4-FFF2-40B4-BE49-F238E27FC236}">
                <a16:creationId xmlns:a16="http://schemas.microsoft.com/office/drawing/2014/main" id="{E20DFA85-8EF3-6A41-815C-A706EB43EE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22459B-0651-FA49-BE53-C3590C9610FC}"/>
              </a:ext>
            </a:extLst>
          </p:cNvPr>
          <p:cNvSpPr>
            <a:spLocks noGrp="1"/>
          </p:cNvSpPr>
          <p:nvPr>
            <p:ph type="sldNum" sz="quarter" idx="12"/>
          </p:nvPr>
        </p:nvSpPr>
        <p:spPr/>
        <p:txBody>
          <a:bodyPr/>
          <a:lstStyle/>
          <a:p>
            <a:fld id="{B57D8FE6-79FC-DC4B-9F9E-803C0893D91F}" type="slidenum">
              <a:rPr lang="en-US" smtClean="0"/>
              <a:t>‹#›</a:t>
            </a:fld>
            <a:endParaRPr lang="en-US"/>
          </a:p>
        </p:txBody>
      </p:sp>
    </p:spTree>
    <p:extLst>
      <p:ext uri="{BB962C8B-B14F-4D97-AF65-F5344CB8AC3E}">
        <p14:creationId xmlns:p14="http://schemas.microsoft.com/office/powerpoint/2010/main" val="265464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5E647-A2FC-9545-BD7C-F5D8561080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7B3092-0CB5-4C4F-B91A-A8A069390C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DE8040-117C-084A-BF8E-0D44E20D66E0}"/>
              </a:ext>
            </a:extLst>
          </p:cNvPr>
          <p:cNvSpPr>
            <a:spLocks noGrp="1"/>
          </p:cNvSpPr>
          <p:nvPr>
            <p:ph type="dt" sz="half" idx="10"/>
          </p:nvPr>
        </p:nvSpPr>
        <p:spPr/>
        <p:txBody>
          <a:bodyPr/>
          <a:lstStyle/>
          <a:p>
            <a:fld id="{8EA1EC01-3B4E-3E4E-9B31-D3AF73CE3DC0}" type="datetimeFigureOut">
              <a:rPr lang="en-US" smtClean="0"/>
              <a:t>8/24/20</a:t>
            </a:fld>
            <a:endParaRPr lang="en-US"/>
          </a:p>
        </p:txBody>
      </p:sp>
      <p:sp>
        <p:nvSpPr>
          <p:cNvPr id="5" name="Footer Placeholder 4">
            <a:extLst>
              <a:ext uri="{FF2B5EF4-FFF2-40B4-BE49-F238E27FC236}">
                <a16:creationId xmlns:a16="http://schemas.microsoft.com/office/drawing/2014/main" id="{AB8B04ED-481A-6442-B8E2-F5A2ABF4B8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F5F19-DA3B-C24C-A2FF-A831E1391AEB}"/>
              </a:ext>
            </a:extLst>
          </p:cNvPr>
          <p:cNvSpPr>
            <a:spLocks noGrp="1"/>
          </p:cNvSpPr>
          <p:nvPr>
            <p:ph type="sldNum" sz="quarter" idx="12"/>
          </p:nvPr>
        </p:nvSpPr>
        <p:spPr/>
        <p:txBody>
          <a:bodyPr/>
          <a:lstStyle/>
          <a:p>
            <a:fld id="{B57D8FE6-79FC-DC4B-9F9E-803C0893D91F}" type="slidenum">
              <a:rPr lang="en-US" smtClean="0"/>
              <a:t>‹#›</a:t>
            </a:fld>
            <a:endParaRPr lang="en-US"/>
          </a:p>
        </p:txBody>
      </p:sp>
    </p:spTree>
    <p:extLst>
      <p:ext uri="{BB962C8B-B14F-4D97-AF65-F5344CB8AC3E}">
        <p14:creationId xmlns:p14="http://schemas.microsoft.com/office/powerpoint/2010/main" val="4246153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DD6F4-5637-6940-8869-17F2847F23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03513-1AE7-4B48-AE46-0936F9C498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FC5EDC-2307-2142-97AE-1691BF0FDC90}"/>
              </a:ext>
            </a:extLst>
          </p:cNvPr>
          <p:cNvSpPr>
            <a:spLocks noGrp="1"/>
          </p:cNvSpPr>
          <p:nvPr>
            <p:ph type="dt" sz="half" idx="10"/>
          </p:nvPr>
        </p:nvSpPr>
        <p:spPr/>
        <p:txBody>
          <a:bodyPr/>
          <a:lstStyle/>
          <a:p>
            <a:fld id="{8EA1EC01-3B4E-3E4E-9B31-D3AF73CE3DC0}" type="datetimeFigureOut">
              <a:rPr lang="en-US" smtClean="0"/>
              <a:t>8/24/20</a:t>
            </a:fld>
            <a:endParaRPr lang="en-US"/>
          </a:p>
        </p:txBody>
      </p:sp>
      <p:sp>
        <p:nvSpPr>
          <p:cNvPr id="5" name="Footer Placeholder 4">
            <a:extLst>
              <a:ext uri="{FF2B5EF4-FFF2-40B4-BE49-F238E27FC236}">
                <a16:creationId xmlns:a16="http://schemas.microsoft.com/office/drawing/2014/main" id="{2CE7C964-B24F-034D-B687-22225C582D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CC529C-3511-5D44-B694-8C951231EB3D}"/>
              </a:ext>
            </a:extLst>
          </p:cNvPr>
          <p:cNvSpPr>
            <a:spLocks noGrp="1"/>
          </p:cNvSpPr>
          <p:nvPr>
            <p:ph type="sldNum" sz="quarter" idx="12"/>
          </p:nvPr>
        </p:nvSpPr>
        <p:spPr/>
        <p:txBody>
          <a:bodyPr/>
          <a:lstStyle/>
          <a:p>
            <a:fld id="{B57D8FE6-79FC-DC4B-9F9E-803C0893D91F}" type="slidenum">
              <a:rPr lang="en-US" smtClean="0"/>
              <a:t>‹#›</a:t>
            </a:fld>
            <a:endParaRPr lang="en-US"/>
          </a:p>
        </p:txBody>
      </p:sp>
    </p:spTree>
    <p:extLst>
      <p:ext uri="{BB962C8B-B14F-4D97-AF65-F5344CB8AC3E}">
        <p14:creationId xmlns:p14="http://schemas.microsoft.com/office/powerpoint/2010/main" val="1660830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D22C-AD0B-544D-BDA8-58FC48003B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41FCEA-FDE5-9E4B-9213-B09B714F88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79C765-DC31-3A48-919A-AA96C7C963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4DF0C8-A128-5A44-8591-C460AD7DFBBE}"/>
              </a:ext>
            </a:extLst>
          </p:cNvPr>
          <p:cNvSpPr>
            <a:spLocks noGrp="1"/>
          </p:cNvSpPr>
          <p:nvPr>
            <p:ph type="dt" sz="half" idx="10"/>
          </p:nvPr>
        </p:nvSpPr>
        <p:spPr/>
        <p:txBody>
          <a:bodyPr/>
          <a:lstStyle/>
          <a:p>
            <a:fld id="{8EA1EC01-3B4E-3E4E-9B31-D3AF73CE3DC0}" type="datetimeFigureOut">
              <a:rPr lang="en-US" smtClean="0"/>
              <a:t>8/24/20</a:t>
            </a:fld>
            <a:endParaRPr lang="en-US"/>
          </a:p>
        </p:txBody>
      </p:sp>
      <p:sp>
        <p:nvSpPr>
          <p:cNvPr id="6" name="Footer Placeholder 5">
            <a:extLst>
              <a:ext uri="{FF2B5EF4-FFF2-40B4-BE49-F238E27FC236}">
                <a16:creationId xmlns:a16="http://schemas.microsoft.com/office/drawing/2014/main" id="{06BC8A3A-D997-D04E-A308-DC9B6081A4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67073A-3408-AF41-B737-F7371E1E1F03}"/>
              </a:ext>
            </a:extLst>
          </p:cNvPr>
          <p:cNvSpPr>
            <a:spLocks noGrp="1"/>
          </p:cNvSpPr>
          <p:nvPr>
            <p:ph type="sldNum" sz="quarter" idx="12"/>
          </p:nvPr>
        </p:nvSpPr>
        <p:spPr/>
        <p:txBody>
          <a:bodyPr/>
          <a:lstStyle/>
          <a:p>
            <a:fld id="{B57D8FE6-79FC-DC4B-9F9E-803C0893D91F}" type="slidenum">
              <a:rPr lang="en-US" smtClean="0"/>
              <a:t>‹#›</a:t>
            </a:fld>
            <a:endParaRPr lang="en-US"/>
          </a:p>
        </p:txBody>
      </p:sp>
    </p:spTree>
    <p:extLst>
      <p:ext uri="{BB962C8B-B14F-4D97-AF65-F5344CB8AC3E}">
        <p14:creationId xmlns:p14="http://schemas.microsoft.com/office/powerpoint/2010/main" val="4038996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B1A7C-54AB-E940-8407-95548C42C3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DDAFCE-745E-3048-817B-7D72481C89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7F9068-8E67-9747-B521-38869F2D3C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C6D2E3-081A-6542-9243-FFD72899EF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587409-16CD-F143-BE3D-D99DCDAAD0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EB6297-C3F8-D44D-A206-D3F673182990}"/>
              </a:ext>
            </a:extLst>
          </p:cNvPr>
          <p:cNvSpPr>
            <a:spLocks noGrp="1"/>
          </p:cNvSpPr>
          <p:nvPr>
            <p:ph type="dt" sz="half" idx="10"/>
          </p:nvPr>
        </p:nvSpPr>
        <p:spPr/>
        <p:txBody>
          <a:bodyPr/>
          <a:lstStyle/>
          <a:p>
            <a:fld id="{8EA1EC01-3B4E-3E4E-9B31-D3AF73CE3DC0}" type="datetimeFigureOut">
              <a:rPr lang="en-US" smtClean="0"/>
              <a:t>8/24/20</a:t>
            </a:fld>
            <a:endParaRPr lang="en-US"/>
          </a:p>
        </p:txBody>
      </p:sp>
      <p:sp>
        <p:nvSpPr>
          <p:cNvPr id="8" name="Footer Placeholder 7">
            <a:extLst>
              <a:ext uri="{FF2B5EF4-FFF2-40B4-BE49-F238E27FC236}">
                <a16:creationId xmlns:a16="http://schemas.microsoft.com/office/drawing/2014/main" id="{70015B0D-1E71-9F44-B47E-2FC2BEF52C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247FD3-CB1F-284B-84AE-8F9CDD211E1E}"/>
              </a:ext>
            </a:extLst>
          </p:cNvPr>
          <p:cNvSpPr>
            <a:spLocks noGrp="1"/>
          </p:cNvSpPr>
          <p:nvPr>
            <p:ph type="sldNum" sz="quarter" idx="12"/>
          </p:nvPr>
        </p:nvSpPr>
        <p:spPr/>
        <p:txBody>
          <a:bodyPr/>
          <a:lstStyle/>
          <a:p>
            <a:fld id="{B57D8FE6-79FC-DC4B-9F9E-803C0893D91F}" type="slidenum">
              <a:rPr lang="en-US" smtClean="0"/>
              <a:t>‹#›</a:t>
            </a:fld>
            <a:endParaRPr lang="en-US"/>
          </a:p>
        </p:txBody>
      </p:sp>
    </p:spTree>
    <p:extLst>
      <p:ext uri="{BB962C8B-B14F-4D97-AF65-F5344CB8AC3E}">
        <p14:creationId xmlns:p14="http://schemas.microsoft.com/office/powerpoint/2010/main" val="1317160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B671D-574A-4F4E-8C16-F4B9D433D3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7DEA72-0E2D-3143-9FF2-21906D6BACBA}"/>
              </a:ext>
            </a:extLst>
          </p:cNvPr>
          <p:cNvSpPr>
            <a:spLocks noGrp="1"/>
          </p:cNvSpPr>
          <p:nvPr>
            <p:ph type="dt" sz="half" idx="10"/>
          </p:nvPr>
        </p:nvSpPr>
        <p:spPr/>
        <p:txBody>
          <a:bodyPr/>
          <a:lstStyle/>
          <a:p>
            <a:fld id="{8EA1EC01-3B4E-3E4E-9B31-D3AF73CE3DC0}" type="datetimeFigureOut">
              <a:rPr lang="en-US" smtClean="0"/>
              <a:t>8/24/20</a:t>
            </a:fld>
            <a:endParaRPr lang="en-US"/>
          </a:p>
        </p:txBody>
      </p:sp>
      <p:sp>
        <p:nvSpPr>
          <p:cNvPr id="4" name="Footer Placeholder 3">
            <a:extLst>
              <a:ext uri="{FF2B5EF4-FFF2-40B4-BE49-F238E27FC236}">
                <a16:creationId xmlns:a16="http://schemas.microsoft.com/office/drawing/2014/main" id="{06AC3A8D-42BA-1E4D-825D-4A7AAF60C3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72D2FC-D3D2-7E42-A10D-9DE8B4A88685}"/>
              </a:ext>
            </a:extLst>
          </p:cNvPr>
          <p:cNvSpPr>
            <a:spLocks noGrp="1"/>
          </p:cNvSpPr>
          <p:nvPr>
            <p:ph type="sldNum" sz="quarter" idx="12"/>
          </p:nvPr>
        </p:nvSpPr>
        <p:spPr/>
        <p:txBody>
          <a:bodyPr/>
          <a:lstStyle/>
          <a:p>
            <a:fld id="{B57D8FE6-79FC-DC4B-9F9E-803C0893D91F}" type="slidenum">
              <a:rPr lang="en-US" smtClean="0"/>
              <a:t>‹#›</a:t>
            </a:fld>
            <a:endParaRPr lang="en-US"/>
          </a:p>
        </p:txBody>
      </p:sp>
    </p:spTree>
    <p:extLst>
      <p:ext uri="{BB962C8B-B14F-4D97-AF65-F5344CB8AC3E}">
        <p14:creationId xmlns:p14="http://schemas.microsoft.com/office/powerpoint/2010/main" val="327203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5F0C5A-FDE7-104D-A4A3-252696894CAE}"/>
              </a:ext>
            </a:extLst>
          </p:cNvPr>
          <p:cNvSpPr>
            <a:spLocks noGrp="1"/>
          </p:cNvSpPr>
          <p:nvPr>
            <p:ph type="dt" sz="half" idx="10"/>
          </p:nvPr>
        </p:nvSpPr>
        <p:spPr/>
        <p:txBody>
          <a:bodyPr/>
          <a:lstStyle/>
          <a:p>
            <a:fld id="{8EA1EC01-3B4E-3E4E-9B31-D3AF73CE3DC0}" type="datetimeFigureOut">
              <a:rPr lang="en-US" smtClean="0"/>
              <a:t>8/24/20</a:t>
            </a:fld>
            <a:endParaRPr lang="en-US"/>
          </a:p>
        </p:txBody>
      </p:sp>
      <p:sp>
        <p:nvSpPr>
          <p:cNvPr id="3" name="Footer Placeholder 2">
            <a:extLst>
              <a:ext uri="{FF2B5EF4-FFF2-40B4-BE49-F238E27FC236}">
                <a16:creationId xmlns:a16="http://schemas.microsoft.com/office/drawing/2014/main" id="{D6050277-D6FD-884B-A153-9886F8B7CDC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87286E-B1D4-6649-9A8B-5B42959FDE63}"/>
              </a:ext>
            </a:extLst>
          </p:cNvPr>
          <p:cNvSpPr>
            <a:spLocks noGrp="1"/>
          </p:cNvSpPr>
          <p:nvPr>
            <p:ph type="sldNum" sz="quarter" idx="12"/>
          </p:nvPr>
        </p:nvSpPr>
        <p:spPr/>
        <p:txBody>
          <a:bodyPr/>
          <a:lstStyle/>
          <a:p>
            <a:fld id="{B57D8FE6-79FC-DC4B-9F9E-803C0893D91F}" type="slidenum">
              <a:rPr lang="en-US" smtClean="0"/>
              <a:t>‹#›</a:t>
            </a:fld>
            <a:endParaRPr lang="en-US"/>
          </a:p>
        </p:txBody>
      </p:sp>
    </p:spTree>
    <p:extLst>
      <p:ext uri="{BB962C8B-B14F-4D97-AF65-F5344CB8AC3E}">
        <p14:creationId xmlns:p14="http://schemas.microsoft.com/office/powerpoint/2010/main" val="1060159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E4968-8C0B-BC4A-A00C-CF38092292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6DF833-6C78-D04C-AC00-2A90806443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5BA051-C259-B14D-9F7A-30FF8476DA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52EBA4-42D4-4F4A-8B49-04E9761A8A57}"/>
              </a:ext>
            </a:extLst>
          </p:cNvPr>
          <p:cNvSpPr>
            <a:spLocks noGrp="1"/>
          </p:cNvSpPr>
          <p:nvPr>
            <p:ph type="dt" sz="half" idx="10"/>
          </p:nvPr>
        </p:nvSpPr>
        <p:spPr/>
        <p:txBody>
          <a:bodyPr/>
          <a:lstStyle/>
          <a:p>
            <a:fld id="{8EA1EC01-3B4E-3E4E-9B31-D3AF73CE3DC0}" type="datetimeFigureOut">
              <a:rPr lang="en-US" smtClean="0"/>
              <a:t>8/24/20</a:t>
            </a:fld>
            <a:endParaRPr lang="en-US"/>
          </a:p>
        </p:txBody>
      </p:sp>
      <p:sp>
        <p:nvSpPr>
          <p:cNvPr id="6" name="Footer Placeholder 5">
            <a:extLst>
              <a:ext uri="{FF2B5EF4-FFF2-40B4-BE49-F238E27FC236}">
                <a16:creationId xmlns:a16="http://schemas.microsoft.com/office/drawing/2014/main" id="{787A0A0A-77F0-2049-AF7E-DEA0E000DE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5B8B0E-88A1-E249-9F45-398BED33F00B}"/>
              </a:ext>
            </a:extLst>
          </p:cNvPr>
          <p:cNvSpPr>
            <a:spLocks noGrp="1"/>
          </p:cNvSpPr>
          <p:nvPr>
            <p:ph type="sldNum" sz="quarter" idx="12"/>
          </p:nvPr>
        </p:nvSpPr>
        <p:spPr/>
        <p:txBody>
          <a:bodyPr/>
          <a:lstStyle/>
          <a:p>
            <a:fld id="{B57D8FE6-79FC-DC4B-9F9E-803C0893D91F}" type="slidenum">
              <a:rPr lang="en-US" smtClean="0"/>
              <a:t>‹#›</a:t>
            </a:fld>
            <a:endParaRPr lang="en-US"/>
          </a:p>
        </p:txBody>
      </p:sp>
    </p:spTree>
    <p:extLst>
      <p:ext uri="{BB962C8B-B14F-4D97-AF65-F5344CB8AC3E}">
        <p14:creationId xmlns:p14="http://schemas.microsoft.com/office/powerpoint/2010/main" val="3375453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E5691-8899-FC49-B1A9-D724F4D4B4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3F84E3-0D34-0E49-8B19-4414CE5480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B4A787-9467-9644-904C-437D35BBF1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C63E3E-0E5C-D84B-B472-C3AD9CF44C99}"/>
              </a:ext>
            </a:extLst>
          </p:cNvPr>
          <p:cNvSpPr>
            <a:spLocks noGrp="1"/>
          </p:cNvSpPr>
          <p:nvPr>
            <p:ph type="dt" sz="half" idx="10"/>
          </p:nvPr>
        </p:nvSpPr>
        <p:spPr/>
        <p:txBody>
          <a:bodyPr/>
          <a:lstStyle/>
          <a:p>
            <a:fld id="{8EA1EC01-3B4E-3E4E-9B31-D3AF73CE3DC0}" type="datetimeFigureOut">
              <a:rPr lang="en-US" smtClean="0"/>
              <a:t>8/24/20</a:t>
            </a:fld>
            <a:endParaRPr lang="en-US"/>
          </a:p>
        </p:txBody>
      </p:sp>
      <p:sp>
        <p:nvSpPr>
          <p:cNvPr id="6" name="Footer Placeholder 5">
            <a:extLst>
              <a:ext uri="{FF2B5EF4-FFF2-40B4-BE49-F238E27FC236}">
                <a16:creationId xmlns:a16="http://schemas.microsoft.com/office/drawing/2014/main" id="{3F218520-C57B-F842-8EA1-061505A78C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412D7A-63A7-114A-AD6F-3689FF6D9F13}"/>
              </a:ext>
            </a:extLst>
          </p:cNvPr>
          <p:cNvSpPr>
            <a:spLocks noGrp="1"/>
          </p:cNvSpPr>
          <p:nvPr>
            <p:ph type="sldNum" sz="quarter" idx="12"/>
          </p:nvPr>
        </p:nvSpPr>
        <p:spPr/>
        <p:txBody>
          <a:bodyPr/>
          <a:lstStyle/>
          <a:p>
            <a:fld id="{B57D8FE6-79FC-DC4B-9F9E-803C0893D91F}" type="slidenum">
              <a:rPr lang="en-US" smtClean="0"/>
              <a:t>‹#›</a:t>
            </a:fld>
            <a:endParaRPr lang="en-US"/>
          </a:p>
        </p:txBody>
      </p:sp>
    </p:spTree>
    <p:extLst>
      <p:ext uri="{BB962C8B-B14F-4D97-AF65-F5344CB8AC3E}">
        <p14:creationId xmlns:p14="http://schemas.microsoft.com/office/powerpoint/2010/main" val="3812482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B6262-C20A-0148-994C-27333131E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9D9165-3ED2-7443-90F4-8D9B240F21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3ECEF7-7C25-1B40-86D0-FAFF1FCD4FEA}"/>
              </a:ext>
            </a:extLst>
          </p:cNvPr>
          <p:cNvSpPr>
            <a:spLocks noGrp="1"/>
          </p:cNvSpPr>
          <p:nvPr>
            <p:ph type="dt" sz="half" idx="10"/>
          </p:nvPr>
        </p:nvSpPr>
        <p:spPr/>
        <p:txBody>
          <a:bodyPr/>
          <a:lstStyle/>
          <a:p>
            <a:fld id="{8EA1EC01-3B4E-3E4E-9B31-D3AF73CE3DC0}" type="datetimeFigureOut">
              <a:rPr lang="en-US" smtClean="0"/>
              <a:t>8/24/20</a:t>
            </a:fld>
            <a:endParaRPr lang="en-US"/>
          </a:p>
        </p:txBody>
      </p:sp>
      <p:sp>
        <p:nvSpPr>
          <p:cNvPr id="5" name="Footer Placeholder 4">
            <a:extLst>
              <a:ext uri="{FF2B5EF4-FFF2-40B4-BE49-F238E27FC236}">
                <a16:creationId xmlns:a16="http://schemas.microsoft.com/office/drawing/2014/main" id="{7AD8AFC4-91BF-B449-A9EE-35D153EF78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170F0D-6C76-044B-9852-5EFDD40360EC}"/>
              </a:ext>
            </a:extLst>
          </p:cNvPr>
          <p:cNvSpPr>
            <a:spLocks noGrp="1"/>
          </p:cNvSpPr>
          <p:nvPr>
            <p:ph type="sldNum" sz="quarter" idx="12"/>
          </p:nvPr>
        </p:nvSpPr>
        <p:spPr/>
        <p:txBody>
          <a:bodyPr/>
          <a:lstStyle/>
          <a:p>
            <a:fld id="{B57D8FE6-79FC-DC4B-9F9E-803C0893D91F}" type="slidenum">
              <a:rPr lang="en-US" smtClean="0"/>
              <a:t>‹#›</a:t>
            </a:fld>
            <a:endParaRPr lang="en-US"/>
          </a:p>
        </p:txBody>
      </p:sp>
    </p:spTree>
    <p:extLst>
      <p:ext uri="{BB962C8B-B14F-4D97-AF65-F5344CB8AC3E}">
        <p14:creationId xmlns:p14="http://schemas.microsoft.com/office/powerpoint/2010/main" val="3785671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9C2A03-29B4-724D-AD47-5BC87B14FE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BED15B-529A-664D-9DF0-8A28D164CD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49C03B-808D-724D-981A-8929433035C3}"/>
              </a:ext>
            </a:extLst>
          </p:cNvPr>
          <p:cNvSpPr>
            <a:spLocks noGrp="1"/>
          </p:cNvSpPr>
          <p:nvPr>
            <p:ph type="dt" sz="half" idx="10"/>
          </p:nvPr>
        </p:nvSpPr>
        <p:spPr/>
        <p:txBody>
          <a:bodyPr/>
          <a:lstStyle/>
          <a:p>
            <a:fld id="{8EA1EC01-3B4E-3E4E-9B31-D3AF73CE3DC0}" type="datetimeFigureOut">
              <a:rPr lang="en-US" smtClean="0"/>
              <a:t>8/24/20</a:t>
            </a:fld>
            <a:endParaRPr lang="en-US"/>
          </a:p>
        </p:txBody>
      </p:sp>
      <p:sp>
        <p:nvSpPr>
          <p:cNvPr id="5" name="Footer Placeholder 4">
            <a:extLst>
              <a:ext uri="{FF2B5EF4-FFF2-40B4-BE49-F238E27FC236}">
                <a16:creationId xmlns:a16="http://schemas.microsoft.com/office/drawing/2014/main" id="{4F1F62A3-1528-D944-9E25-9933275CD1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A541C7-C717-A247-B228-A71E04B61D85}"/>
              </a:ext>
            </a:extLst>
          </p:cNvPr>
          <p:cNvSpPr>
            <a:spLocks noGrp="1"/>
          </p:cNvSpPr>
          <p:nvPr>
            <p:ph type="sldNum" sz="quarter" idx="12"/>
          </p:nvPr>
        </p:nvSpPr>
        <p:spPr/>
        <p:txBody>
          <a:bodyPr/>
          <a:lstStyle/>
          <a:p>
            <a:fld id="{B57D8FE6-79FC-DC4B-9F9E-803C0893D91F}" type="slidenum">
              <a:rPr lang="en-US" smtClean="0"/>
              <a:t>‹#›</a:t>
            </a:fld>
            <a:endParaRPr lang="en-US"/>
          </a:p>
        </p:txBody>
      </p:sp>
    </p:spTree>
    <p:extLst>
      <p:ext uri="{BB962C8B-B14F-4D97-AF65-F5344CB8AC3E}">
        <p14:creationId xmlns:p14="http://schemas.microsoft.com/office/powerpoint/2010/main" val="2455889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D40F26-D1EA-3245-9C31-9655A04F0A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9FE469-B6AE-D24D-9CEC-43CAA22E0F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37AC48-DA8C-FD4F-A06B-9489966AF8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A1EC01-3B4E-3E4E-9B31-D3AF73CE3DC0}" type="datetimeFigureOut">
              <a:rPr lang="en-US" smtClean="0"/>
              <a:t>8/24/20</a:t>
            </a:fld>
            <a:endParaRPr lang="en-US"/>
          </a:p>
        </p:txBody>
      </p:sp>
      <p:sp>
        <p:nvSpPr>
          <p:cNvPr id="5" name="Footer Placeholder 4">
            <a:extLst>
              <a:ext uri="{FF2B5EF4-FFF2-40B4-BE49-F238E27FC236}">
                <a16:creationId xmlns:a16="http://schemas.microsoft.com/office/drawing/2014/main" id="{8954631A-A3F7-614F-8894-AB3FD64F3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E47A5B2-80D3-EB4A-A7EC-A51BAA87A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7D8FE6-79FC-DC4B-9F9E-803C0893D91F}" type="slidenum">
              <a:rPr lang="en-US" smtClean="0"/>
              <a:t>‹#›</a:t>
            </a:fld>
            <a:endParaRPr lang="en-US"/>
          </a:p>
        </p:txBody>
      </p:sp>
    </p:spTree>
    <p:extLst>
      <p:ext uri="{BB962C8B-B14F-4D97-AF65-F5344CB8AC3E}">
        <p14:creationId xmlns:p14="http://schemas.microsoft.com/office/powerpoint/2010/main" val="3185879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microsoft.com/office/2007/relationships/media" Target="../media/media7.m4a"/><Relationship Id="rId7" Type="http://schemas.openxmlformats.org/officeDocument/2006/relationships/image" Target="../media/image5.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png"/><Relationship Id="rId5" Type="http://schemas.openxmlformats.org/officeDocument/2006/relationships/slideLayout" Target="../slideLayouts/slideLayout2.xml"/><Relationship Id="rId4" Type="http://schemas.openxmlformats.org/officeDocument/2006/relationships/audio" Target="../media/media7.m4a"/></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80D73-AF2F-FB46-BB2C-6C1D7C9725CC}"/>
              </a:ext>
            </a:extLst>
          </p:cNvPr>
          <p:cNvSpPr>
            <a:spLocks noGrp="1"/>
          </p:cNvSpPr>
          <p:nvPr>
            <p:ph type="ctrTitle"/>
          </p:nvPr>
        </p:nvSpPr>
        <p:spPr/>
        <p:txBody>
          <a:bodyPr/>
          <a:lstStyle/>
          <a:p>
            <a:r>
              <a:rPr lang="en-US" dirty="0">
                <a:latin typeface="Times" pitchFamily="2" charset="0"/>
              </a:rPr>
              <a:t>Analysis of Variance</a:t>
            </a:r>
          </a:p>
        </p:txBody>
      </p:sp>
      <p:sp>
        <p:nvSpPr>
          <p:cNvPr id="3" name="Subtitle 2">
            <a:extLst>
              <a:ext uri="{FF2B5EF4-FFF2-40B4-BE49-F238E27FC236}">
                <a16:creationId xmlns:a16="http://schemas.microsoft.com/office/drawing/2014/main" id="{A025D758-000F-FA44-891C-66F5BE7A1846}"/>
              </a:ext>
            </a:extLst>
          </p:cNvPr>
          <p:cNvSpPr>
            <a:spLocks noGrp="1"/>
          </p:cNvSpPr>
          <p:nvPr>
            <p:ph type="subTitle" idx="1"/>
          </p:nvPr>
        </p:nvSpPr>
        <p:spPr/>
        <p:txBody>
          <a:bodyPr/>
          <a:lstStyle/>
          <a:p>
            <a:r>
              <a:rPr lang="en-US" dirty="0">
                <a:latin typeface="Times" pitchFamily="2" charset="0"/>
              </a:rPr>
              <a:t>Varsha S. Kulkarni</a:t>
            </a:r>
          </a:p>
        </p:txBody>
      </p:sp>
    </p:spTree>
    <p:extLst>
      <p:ext uri="{BB962C8B-B14F-4D97-AF65-F5344CB8AC3E}">
        <p14:creationId xmlns:p14="http://schemas.microsoft.com/office/powerpoint/2010/main" val="2148522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DC140-28A5-D44E-95D2-A37FC988704C}"/>
              </a:ext>
            </a:extLst>
          </p:cNvPr>
          <p:cNvSpPr>
            <a:spLocks noGrp="1"/>
          </p:cNvSpPr>
          <p:nvPr>
            <p:ph type="title"/>
          </p:nvPr>
        </p:nvSpPr>
        <p:spPr/>
        <p:txBody>
          <a:bodyPr/>
          <a:lstStyle/>
          <a:p>
            <a:r>
              <a:rPr lang="en-US" dirty="0">
                <a:latin typeface="Times" pitchFamily="2" charset="0"/>
              </a:rPr>
              <a:t>Multiple comparisons- from reference book</a:t>
            </a:r>
          </a:p>
        </p:txBody>
      </p:sp>
      <p:sp>
        <p:nvSpPr>
          <p:cNvPr id="3" name="Content Placeholder 2">
            <a:extLst>
              <a:ext uri="{FF2B5EF4-FFF2-40B4-BE49-F238E27FC236}">
                <a16:creationId xmlns:a16="http://schemas.microsoft.com/office/drawing/2014/main" id="{99FF2514-3E62-804E-A807-C842E286559E}"/>
              </a:ext>
            </a:extLst>
          </p:cNvPr>
          <p:cNvSpPr>
            <a:spLocks noGrp="1"/>
          </p:cNvSpPr>
          <p:nvPr>
            <p:ph idx="1"/>
          </p:nvPr>
        </p:nvSpPr>
        <p:spPr/>
        <p:txBody>
          <a:bodyPr>
            <a:normAutofit/>
          </a:bodyPr>
          <a:lstStyle/>
          <a:p>
            <a:r>
              <a:rPr lang="en-US" dirty="0">
                <a:latin typeface="Times" pitchFamily="2" charset="0"/>
              </a:rPr>
              <a:t>Once we have determined that there are differences among the means of the groups, that is, that the null hypothesis is rejected, we must follow through by determining the pattern of differences. Is one specific group responsible for the differences?</a:t>
            </a:r>
          </a:p>
          <a:p>
            <a:r>
              <a:rPr lang="en-US" dirty="0">
                <a:latin typeface="Times" pitchFamily="2" charset="0"/>
              </a:rPr>
              <a:t>Several procedures have been developed to determine where the significant differences in the means lie after the ANOVA procedure has been performed. </a:t>
            </a:r>
            <a:r>
              <a:rPr lang="en-US" dirty="0" err="1">
                <a:latin typeface="Times" pitchFamily="2" charset="0"/>
              </a:rPr>
              <a:t>Scheffé</a:t>
            </a:r>
            <a:r>
              <a:rPr lang="en-US" dirty="0">
                <a:latin typeface="Times" pitchFamily="2" charset="0"/>
              </a:rPr>
              <a:t> test and the Tukey test are used.</a:t>
            </a:r>
          </a:p>
          <a:p>
            <a:r>
              <a:rPr lang="en-US" dirty="0">
                <a:latin typeface="Times" pitchFamily="2" charset="0"/>
              </a:rPr>
              <a:t>Thus if there are 3 groups (or treatments) we have 3 pairwise comparisons of means : A-B, B-C, A-C</a:t>
            </a:r>
          </a:p>
          <a:p>
            <a:endParaRPr lang="en-US" dirty="0"/>
          </a:p>
          <a:p>
            <a:endParaRPr lang="en-US" dirty="0"/>
          </a:p>
        </p:txBody>
      </p:sp>
      <p:pic>
        <p:nvPicPr>
          <p:cNvPr id="4" name="Slide 2">
            <a:hlinkClick r:id="" action="ppaction://media"/>
            <a:extLst>
              <a:ext uri="{FF2B5EF4-FFF2-40B4-BE49-F238E27FC236}">
                <a16:creationId xmlns:a16="http://schemas.microsoft.com/office/drawing/2014/main" id="{A433B3DC-0B97-3E41-926A-FFE079FCA89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2428056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790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8A6AB-0F7B-8D45-90BC-3A51932180A2}"/>
              </a:ext>
            </a:extLst>
          </p:cNvPr>
          <p:cNvSpPr>
            <a:spLocks noGrp="1"/>
          </p:cNvSpPr>
          <p:nvPr>
            <p:ph type="title"/>
          </p:nvPr>
        </p:nvSpPr>
        <p:spPr/>
        <p:txBody>
          <a:bodyPr/>
          <a:lstStyle/>
          <a:p>
            <a:pPr algn="ctr"/>
            <a:r>
              <a:rPr lang="en-US" dirty="0" err="1">
                <a:latin typeface="Times" pitchFamily="2" charset="0"/>
              </a:rPr>
              <a:t>Scheffe</a:t>
            </a:r>
            <a:r>
              <a:rPr lang="en-US" dirty="0">
                <a:latin typeface="Times" pitchFamily="2" charset="0"/>
              </a:rPr>
              <a:t> test and Tukey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FE0F94-7E98-7446-81B6-73717E55062F}"/>
                  </a:ext>
                </a:extLst>
              </p:cNvPr>
              <p:cNvSpPr>
                <a:spLocks noGrp="1"/>
              </p:cNvSpPr>
              <p:nvPr>
                <p:ph idx="1"/>
              </p:nvPr>
            </p:nvSpPr>
            <p:spPr/>
            <p:txBody>
              <a:bodyPr>
                <a:normAutofit fontScale="92500" lnSpcReduction="20000"/>
              </a:bodyPr>
              <a:lstStyle/>
              <a:p>
                <a:r>
                  <a:rPr lang="en-US" dirty="0">
                    <a:latin typeface="Times" pitchFamily="2" charset="0"/>
                  </a:rPr>
                  <a:t>The F statistic used by the </a:t>
                </a:r>
                <a:r>
                  <a:rPr lang="en-US" dirty="0" err="1">
                    <a:latin typeface="Times" pitchFamily="2" charset="0"/>
                  </a:rPr>
                  <a:t>Scheffe</a:t>
                </a:r>
                <a:r>
                  <a:rPr lang="en-US" dirty="0">
                    <a:latin typeface="Times" pitchFamily="2" charset="0"/>
                  </a:rPr>
                  <a:t> test to compare multiple pairs (</a:t>
                </a:r>
                <a:r>
                  <a:rPr lang="en-US" dirty="0" err="1">
                    <a:latin typeface="Times" pitchFamily="2" charset="0"/>
                  </a:rPr>
                  <a:t>i,j</a:t>
                </a:r>
                <a:r>
                  <a:rPr lang="en-US" dirty="0">
                    <a:latin typeface="Times" pitchFamily="2" charset="0"/>
                  </a:rPr>
                  <a:t>) is</a:t>
                </a:r>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𝑗</m:t>
                                </m:r>
                              </m:sub>
                            </m:sSub>
                          </m:e>
                        </m:acc>
                        <m:r>
                          <a:rPr lang="en-US" b="0" i="1" smtClean="0">
                            <a:latin typeface="Cambria Math" panose="02040503050406030204" pitchFamily="18" charset="0"/>
                          </a:rPr>
                          <m:t>)</m:t>
                        </m:r>
                      </m:num>
                      <m:den>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𝑤</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den>
                        </m:f>
                        <m:r>
                          <a:rPr lang="en-US" b="0" i="1" smtClean="0">
                            <a:latin typeface="Cambria Math" panose="02040503050406030204" pitchFamily="18" charset="0"/>
                          </a:rPr>
                          <m:t>)</m:t>
                        </m:r>
                      </m:den>
                    </m:f>
                  </m:oMath>
                </a14:m>
                <a:r>
                  <a:rPr lang="en-US" dirty="0">
                    <a:latin typeface="Times" pitchFamily="2" charset="0"/>
                  </a:rPr>
                  <a:t> where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𝑤</m:t>
                        </m:r>
                      </m:sub>
                      <m:sup>
                        <m:r>
                          <a:rPr lang="en-US" b="0" i="1" smtClean="0">
                            <a:latin typeface="Cambria Math" panose="02040503050406030204" pitchFamily="18" charset="0"/>
                          </a:rPr>
                          <m:t>2</m:t>
                        </m:r>
                      </m:sup>
                    </m:sSubSup>
                  </m:oMath>
                </a14:m>
                <a:r>
                  <a:rPr lang="en-US" dirty="0">
                    <a:latin typeface="Times" pitchFamily="2" charset="0"/>
                  </a:rPr>
                  <a:t> refers to the within group variance we discussed earlier. The critical value for this test is found by multiplying </a:t>
                </a:r>
                <a:r>
                  <a:rPr lang="en-US" i="1" dirty="0">
                    <a:latin typeface="Times" pitchFamily="2" charset="0"/>
                  </a:rPr>
                  <a:t>k</a:t>
                </a:r>
                <a:r>
                  <a:rPr lang="en-US" dirty="0">
                    <a:latin typeface="Times" pitchFamily="2" charset="0"/>
                  </a:rPr>
                  <a:t>-1 by critical value of F. So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𝐹</m:t>
                        </m:r>
                      </m:e>
                      <m:sup>
                        <m:r>
                          <a:rPr lang="en-US" b="0" i="1" smtClean="0">
                            <a:latin typeface="Cambria Math" panose="02040503050406030204" pitchFamily="18" charset="0"/>
                          </a:rPr>
                          <m:t>′</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−1</m:t>
                        </m:r>
                      </m:e>
                    </m:d>
                    <m:r>
                      <a:rPr lang="en-US" b="0" i="1" smtClean="0">
                        <a:latin typeface="Cambria Math" panose="02040503050406030204" pitchFamily="18" charset="0"/>
                      </a:rPr>
                      <m:t>𝐹</m:t>
                    </m:r>
                  </m:oMath>
                </a14:m>
                <a:r>
                  <a:rPr lang="en-US" dirty="0">
                    <a:latin typeface="Times" pitchFamily="2" charset="0"/>
                  </a:rPr>
                  <a:t>. The comparison which has a test statistic greater than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𝐹</m:t>
                        </m:r>
                      </m:e>
                      <m:sup>
                        <m:r>
                          <a:rPr lang="en-US" b="0" i="1" smtClean="0">
                            <a:latin typeface="Cambria Math" panose="02040503050406030204" pitchFamily="18" charset="0"/>
                          </a:rPr>
                          <m:t>′</m:t>
                        </m:r>
                      </m:sup>
                    </m:sSup>
                  </m:oMath>
                </a14:m>
                <a:r>
                  <a:rPr lang="en-US" dirty="0">
                    <a:latin typeface="Times" pitchFamily="2" charset="0"/>
                  </a:rPr>
                  <a:t> is the one showing significant difference.</a:t>
                </a:r>
              </a:p>
              <a:p>
                <a:r>
                  <a:rPr lang="en-US" dirty="0">
                    <a:latin typeface="Times" pitchFamily="2" charset="0"/>
                  </a:rPr>
                  <a:t>The Tukey test statistic for any pair (</a:t>
                </a:r>
                <a:r>
                  <a:rPr lang="en-US" dirty="0" err="1">
                    <a:latin typeface="Times" pitchFamily="2" charset="0"/>
                  </a:rPr>
                  <a:t>i,j</a:t>
                </a:r>
                <a:r>
                  <a:rPr lang="en-US" dirty="0">
                    <a:latin typeface="Times" pitchFamily="2" charset="0"/>
                  </a:rPr>
                  <a:t>) is</a:t>
                </a:r>
              </a:p>
              <a:p>
                <a:pPr marL="0" indent="0">
                  <a:buNone/>
                </a:pPr>
                <a:endParaRPr lang="en-US" dirty="0">
                  <a:latin typeface="Times" pitchFamily="2" charset="0"/>
                </a:endParaRPr>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𝑞</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𝑗</m:t>
                                  </m:r>
                                </m:sub>
                              </m:sSub>
                            </m:e>
                          </m:acc>
                          <m:r>
                            <a:rPr lang="en-US" b="0" i="1" smtClean="0">
                              <a:latin typeface="Cambria Math" panose="02040503050406030204" pitchFamily="18" charset="0"/>
                            </a:rPr>
                            <m:t>)</m:t>
                          </m:r>
                        </m:num>
                        <m:den>
                          <m:rad>
                            <m:radPr>
                              <m:degHide m:val="on"/>
                              <m:ctrlPr>
                                <a:rPr lang="en-US" b="0" i="1" smtClean="0">
                                  <a:latin typeface="Cambria Math" panose="02040503050406030204" pitchFamily="18" charset="0"/>
                                </a:rPr>
                              </m:ctrlPr>
                            </m:radPr>
                            <m:deg/>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𝑤</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b="0" i="1" smtClean="0">
                                  <a:latin typeface="Cambria Math" panose="02040503050406030204" pitchFamily="18" charset="0"/>
                                </a:rPr>
                                <m:t>𝑛</m:t>
                              </m:r>
                            </m:e>
                          </m:rad>
                        </m:den>
                      </m:f>
                    </m:oMath>
                  </m:oMathPara>
                </a14:m>
                <a:endParaRPr lang="en-US" dirty="0">
                  <a:latin typeface="Times" pitchFamily="2" charset="0"/>
                </a:endParaRPr>
              </a:p>
              <a:p>
                <a:pPr marL="0" indent="0">
                  <a:buNone/>
                </a:pPr>
                <a:r>
                  <a:rPr lang="en-US" dirty="0">
                    <a:latin typeface="Times" pitchFamily="2" charset="0"/>
                  </a:rPr>
                  <a:t>When </a:t>
                </a:r>
                <a:r>
                  <a:rPr lang="en-US" i="1" dirty="0">
                    <a:latin typeface="Times" pitchFamily="2" charset="0"/>
                  </a:rPr>
                  <a:t>q</a:t>
                </a:r>
                <a:r>
                  <a:rPr lang="en-US" dirty="0">
                    <a:latin typeface="Times" pitchFamily="2" charset="0"/>
                  </a:rPr>
                  <a:t> is greater than the critical value, there is a significant difference.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97FE0F94-7E98-7446-81B6-73717E55062F}"/>
                  </a:ext>
                </a:extLst>
              </p:cNvPr>
              <p:cNvSpPr>
                <a:spLocks noGrp="1" noRot="1" noChangeAspect="1" noMove="1" noResize="1" noEditPoints="1" noAdjustHandles="1" noChangeArrowheads="1" noChangeShapeType="1" noTextEdit="1"/>
              </p:cNvSpPr>
              <p:nvPr>
                <p:ph idx="1"/>
              </p:nvPr>
            </p:nvSpPr>
            <p:spPr>
              <a:blipFill>
                <a:blip r:embed="rId4"/>
                <a:stretch>
                  <a:fillRect l="-965" t="-3509"/>
                </a:stretch>
              </a:blipFill>
            </p:spPr>
            <p:txBody>
              <a:bodyPr/>
              <a:lstStyle/>
              <a:p>
                <a:r>
                  <a:rPr lang="en-US">
                    <a:noFill/>
                  </a:rPr>
                  <a:t> </a:t>
                </a:r>
              </a:p>
            </p:txBody>
          </p:sp>
        </mc:Fallback>
      </mc:AlternateContent>
      <p:pic>
        <p:nvPicPr>
          <p:cNvPr id="4" name="Slide 3">
            <a:hlinkClick r:id="" action="ppaction://media"/>
            <a:extLst>
              <a:ext uri="{FF2B5EF4-FFF2-40B4-BE49-F238E27FC236}">
                <a16:creationId xmlns:a16="http://schemas.microsoft.com/office/drawing/2014/main" id="{64148830-EAED-DA4C-8F76-1A04F88D3CE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1405802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999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C26F8-68FC-CB42-ADF9-A303DAED6125}"/>
              </a:ext>
            </a:extLst>
          </p:cNvPr>
          <p:cNvSpPr>
            <a:spLocks noGrp="1"/>
          </p:cNvSpPr>
          <p:nvPr>
            <p:ph type="title"/>
          </p:nvPr>
        </p:nvSpPr>
        <p:spPr/>
        <p:txBody>
          <a:bodyPr/>
          <a:lstStyle/>
          <a:p>
            <a:pPr algn="ctr"/>
            <a:r>
              <a:rPr lang="en-US" dirty="0">
                <a:latin typeface="Times" pitchFamily="2" charset="0"/>
              </a:rPr>
              <a:t>Implementing in 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F7F215-3AA4-A04A-B5B9-B2986F86A306}"/>
                  </a:ext>
                </a:extLst>
              </p:cNvPr>
              <p:cNvSpPr>
                <a:spLocks noGrp="1"/>
              </p:cNvSpPr>
              <p:nvPr>
                <p:ph idx="1"/>
              </p:nvPr>
            </p:nvSpPr>
            <p:spPr/>
            <p:txBody>
              <a:bodyPr>
                <a:normAutofit fontScale="92500" lnSpcReduction="10000"/>
              </a:bodyPr>
              <a:lstStyle/>
              <a:p>
                <a:r>
                  <a:rPr lang="en-US" dirty="0">
                    <a:latin typeface="Times" pitchFamily="2" charset="0"/>
                  </a:rPr>
                  <a:t>For a pair (</a:t>
                </a:r>
                <a:r>
                  <a:rPr lang="en-US" dirty="0" err="1">
                    <a:latin typeface="Times" pitchFamily="2" charset="0"/>
                  </a:rPr>
                  <a:t>i,j</a:t>
                </a:r>
                <a:r>
                  <a:rPr lang="en-US" dirty="0">
                    <a:latin typeface="Times" pitchFamily="2" charset="0"/>
                  </a:rPr>
                  <a:t>) we can say we are testing </a:t>
                </a:r>
                <a14:m>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0: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𝑗</m:t>
                        </m:r>
                      </m:sub>
                    </m:sSub>
                    <m:r>
                      <a:rPr lang="en-US" b="0" i="1" smtClean="0">
                        <a:latin typeface="Cambria Math" panose="02040503050406030204" pitchFamily="18" charset="0"/>
                      </a:rPr>
                      <m:t>       </m:t>
                    </m:r>
                    <m:r>
                      <a:rPr lang="en-US" b="0" i="1" smtClean="0">
                        <a:latin typeface="Cambria Math" panose="02040503050406030204" pitchFamily="18" charset="0"/>
                      </a:rPr>
                      <m:t>𝐻</m:t>
                    </m:r>
                    <m:r>
                      <a:rPr lang="en-US" b="0" i="1" smtClean="0">
                        <a:latin typeface="Cambria Math" panose="02040503050406030204" pitchFamily="18" charset="0"/>
                      </a:rPr>
                      <m:t>1: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𝑗</m:t>
                        </m:r>
                      </m:sub>
                    </m:sSub>
                    <m:r>
                      <a:rPr lang="en-US" b="0" i="1" smtClean="0">
                        <a:latin typeface="Cambria Math" panose="02040503050406030204" pitchFamily="18" charset="0"/>
                      </a:rPr>
                      <m:t> </m:t>
                    </m:r>
                  </m:oMath>
                </a14:m>
                <a:endParaRPr lang="en-US" dirty="0">
                  <a:latin typeface="Times" pitchFamily="2" charset="0"/>
                </a:endParaRPr>
              </a:p>
              <a:p>
                <a:r>
                  <a:rPr lang="en-US" dirty="0">
                    <a:latin typeface="Times" pitchFamily="2" charset="0"/>
                  </a:rPr>
                  <a:t>Or alternatively, </a:t>
                </a:r>
                <a14:m>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0: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𝑗</m:t>
                        </m:r>
                      </m:sub>
                    </m:sSub>
                    <m:r>
                      <a:rPr lang="en-US" b="0" i="1" smtClean="0">
                        <a:latin typeface="Cambria Math" panose="02040503050406030204" pitchFamily="18" charset="0"/>
                      </a:rPr>
                      <m:t>=0       </m:t>
                    </m:r>
                    <m:r>
                      <a:rPr lang="en-US" b="0" i="1" smtClean="0">
                        <a:latin typeface="Cambria Math" panose="02040503050406030204" pitchFamily="18" charset="0"/>
                      </a:rPr>
                      <m:t>𝐻</m:t>
                    </m:r>
                    <m:r>
                      <a:rPr lang="en-US" b="0" i="1" smtClean="0">
                        <a:latin typeface="Cambria Math" panose="02040503050406030204" pitchFamily="18" charset="0"/>
                      </a:rPr>
                      <m:t>1: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𝑗</m:t>
                        </m:r>
                      </m:sub>
                    </m:sSub>
                    <m:r>
                      <a:rPr lang="en-US" b="0" i="1" smtClean="0">
                        <a:latin typeface="Cambria Math" panose="02040503050406030204" pitchFamily="18" charset="0"/>
                        <a:ea typeface="Cambria Math" panose="02040503050406030204" pitchFamily="18" charset="0"/>
                      </a:rPr>
                      <m:t>≠0</m:t>
                    </m:r>
                  </m:oMath>
                </a14:m>
                <a:endParaRPr lang="en-US" dirty="0">
                  <a:latin typeface="Times" pitchFamily="2" charset="0"/>
                </a:endParaRPr>
              </a:p>
              <a:p>
                <a:r>
                  <a:rPr lang="en-US" dirty="0">
                    <a:latin typeface="Times" pitchFamily="2" charset="0"/>
                  </a:rPr>
                  <a:t>All those pairs for which p-value&lt;0.05, we can reject the null hypothesis that their means are equal.</a:t>
                </a:r>
              </a:p>
              <a:p>
                <a:r>
                  <a:rPr lang="en-US" dirty="0">
                    <a:latin typeface="Times" pitchFamily="2" charset="0"/>
                  </a:rPr>
                  <a:t>The output shows confidence intervals.</a:t>
                </a:r>
              </a:p>
              <a:p>
                <a:r>
                  <a:rPr lang="en-US" dirty="0">
                    <a:latin typeface="Times" pitchFamily="2" charset="0"/>
                  </a:rPr>
                  <a:t>Testing for assumptions</a:t>
                </a:r>
              </a:p>
              <a:p>
                <a:r>
                  <a:rPr lang="en-US" dirty="0">
                    <a:latin typeface="Times" pitchFamily="2" charset="0"/>
                  </a:rPr>
                  <a:t>(1) We find unequal variances, and that they vary with the frequency</a:t>
                </a:r>
              </a:p>
              <a:p>
                <a:r>
                  <a:rPr lang="en-US" dirty="0">
                    <a:latin typeface="Times" pitchFamily="2" charset="0"/>
                  </a:rPr>
                  <a:t>(2) Normality assumption. In this Q-Q plot, if you get a straight line of 45 degrees, it confirms perfect normality. But we see some departure</a:t>
                </a:r>
              </a:p>
              <a:p>
                <a:r>
                  <a:rPr lang="en-US" dirty="0">
                    <a:latin typeface="Times" pitchFamily="2" charset="0"/>
                  </a:rPr>
                  <a:t>(3) Residuals increase with the fitted values– similar to (1).</a:t>
                </a:r>
              </a:p>
              <a:p>
                <a:endParaRPr lang="en-US" dirty="0">
                  <a:latin typeface="Times" pitchFamily="2" charset="0"/>
                </a:endParaRPr>
              </a:p>
              <a:p>
                <a:endParaRPr lang="en-US" dirty="0">
                  <a:latin typeface="Times" pitchFamily="2" charset="0"/>
                </a:endParaRPr>
              </a:p>
              <a:p>
                <a:endParaRPr lang="en-US" dirty="0"/>
              </a:p>
              <a:p>
                <a:endParaRPr lang="en-US" dirty="0"/>
              </a:p>
            </p:txBody>
          </p:sp>
        </mc:Choice>
        <mc:Fallback xmlns="">
          <p:sp>
            <p:nvSpPr>
              <p:cNvPr id="3" name="Content Placeholder 2">
                <a:extLst>
                  <a:ext uri="{FF2B5EF4-FFF2-40B4-BE49-F238E27FC236}">
                    <a16:creationId xmlns:a16="http://schemas.microsoft.com/office/drawing/2014/main" id="{33F7F215-3AA4-A04A-B5B9-B2986F86A306}"/>
                  </a:ext>
                </a:extLst>
              </p:cNvPr>
              <p:cNvSpPr>
                <a:spLocks noGrp="1" noRot="1" noChangeAspect="1" noMove="1" noResize="1" noEditPoints="1" noAdjustHandles="1" noChangeArrowheads="1" noChangeShapeType="1" noTextEdit="1"/>
              </p:cNvSpPr>
              <p:nvPr>
                <p:ph idx="1"/>
              </p:nvPr>
            </p:nvSpPr>
            <p:spPr>
              <a:blipFill>
                <a:blip r:embed="rId4"/>
                <a:stretch>
                  <a:fillRect l="-844" t="-2632" b="-585"/>
                </a:stretch>
              </a:blipFill>
            </p:spPr>
            <p:txBody>
              <a:bodyPr/>
              <a:lstStyle/>
              <a:p>
                <a:r>
                  <a:rPr lang="en-US">
                    <a:noFill/>
                  </a:rPr>
                  <a:t> </a:t>
                </a:r>
              </a:p>
            </p:txBody>
          </p:sp>
        </mc:Fallback>
      </mc:AlternateContent>
      <p:pic>
        <p:nvPicPr>
          <p:cNvPr id="6" name="Slide 4">
            <a:hlinkClick r:id="" action="ppaction://media"/>
            <a:extLst>
              <a:ext uri="{FF2B5EF4-FFF2-40B4-BE49-F238E27FC236}">
                <a16:creationId xmlns:a16="http://schemas.microsoft.com/office/drawing/2014/main" id="{EEEA8C02-BECF-5047-9BB3-B81D675C4C3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2298251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650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7960A-1DA5-7940-89B6-B98F872A0FE6}"/>
              </a:ext>
            </a:extLst>
          </p:cNvPr>
          <p:cNvSpPr>
            <a:spLocks noGrp="1"/>
          </p:cNvSpPr>
          <p:nvPr>
            <p:ph type="title"/>
          </p:nvPr>
        </p:nvSpPr>
        <p:spPr/>
        <p:txBody>
          <a:bodyPr/>
          <a:lstStyle/>
          <a:p>
            <a:endParaRPr lang="en-US" dirty="0"/>
          </a:p>
        </p:txBody>
      </p:sp>
      <p:pic>
        <p:nvPicPr>
          <p:cNvPr id="4" name="Content Placeholder 9">
            <a:extLst>
              <a:ext uri="{FF2B5EF4-FFF2-40B4-BE49-F238E27FC236}">
                <a16:creationId xmlns:a16="http://schemas.microsoft.com/office/drawing/2014/main" id="{A04CE187-8AB9-EC4B-905C-5A922A2B25EC}"/>
              </a:ext>
            </a:extLst>
          </p:cNvPr>
          <p:cNvPicPr>
            <a:picLocks noGrp="1" noChangeAspect="1"/>
          </p:cNvPicPr>
          <p:nvPr>
            <p:ph idx="1"/>
          </p:nvPr>
        </p:nvPicPr>
        <p:blipFill>
          <a:blip r:embed="rId4"/>
          <a:stretch>
            <a:fillRect/>
          </a:stretch>
        </p:blipFill>
        <p:spPr>
          <a:xfrm>
            <a:off x="-601713" y="0"/>
            <a:ext cx="12582625" cy="7464384"/>
          </a:xfrm>
        </p:spPr>
      </p:pic>
      <p:pic>
        <p:nvPicPr>
          <p:cNvPr id="5" name="Slide 5">
            <a:hlinkClick r:id="" action="ppaction://media"/>
            <a:extLst>
              <a:ext uri="{FF2B5EF4-FFF2-40B4-BE49-F238E27FC236}">
                <a16:creationId xmlns:a16="http://schemas.microsoft.com/office/drawing/2014/main" id="{616A8DE4-28AA-124D-B897-60F6D15BA9D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2966635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67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B2444-6236-4844-8DA2-900B99AF7D1A}"/>
              </a:ext>
            </a:extLst>
          </p:cNvPr>
          <p:cNvSpPr>
            <a:spLocks noGrp="1"/>
          </p:cNvSpPr>
          <p:nvPr>
            <p:ph type="title"/>
          </p:nvPr>
        </p:nvSpPr>
        <p:spPr>
          <a:xfrm>
            <a:off x="838200" y="353094"/>
            <a:ext cx="10515600" cy="1325563"/>
          </a:xfrm>
        </p:spPr>
        <p:txBody>
          <a:bodyPr/>
          <a:lstStyle/>
          <a:p>
            <a:pPr algn="ctr"/>
            <a:r>
              <a:rPr lang="en-US" dirty="0">
                <a:latin typeface="Times" pitchFamily="2" charset="0"/>
              </a:rPr>
              <a:t>Data from excel into R</a:t>
            </a:r>
          </a:p>
        </p:txBody>
      </p:sp>
      <p:sp>
        <p:nvSpPr>
          <p:cNvPr id="3" name="Content Placeholder 2">
            <a:extLst>
              <a:ext uri="{FF2B5EF4-FFF2-40B4-BE49-F238E27FC236}">
                <a16:creationId xmlns:a16="http://schemas.microsoft.com/office/drawing/2014/main" id="{00F0EBD6-E536-C849-9565-627609AADE6F}"/>
              </a:ext>
            </a:extLst>
          </p:cNvPr>
          <p:cNvSpPr>
            <a:spLocks noGrp="1"/>
          </p:cNvSpPr>
          <p:nvPr>
            <p:ph idx="1"/>
          </p:nvPr>
        </p:nvSpPr>
        <p:spPr/>
        <p:txBody>
          <a:bodyPr>
            <a:normAutofit/>
          </a:bodyPr>
          <a:lstStyle/>
          <a:p>
            <a:r>
              <a:rPr lang="en-US" dirty="0">
                <a:latin typeface="Times" pitchFamily="2" charset="0"/>
              </a:rPr>
              <a:t>Suppose there is an excel data sheet in which there are different groups are listed as columns. (In the last lecture, you’d think of groups listed as columns of data in excel) </a:t>
            </a:r>
          </a:p>
          <a:p>
            <a:r>
              <a:rPr lang="en-US" dirty="0">
                <a:latin typeface="Times" pitchFamily="2" charset="0"/>
              </a:rPr>
              <a:t>First you should convert the data into csv format. In the excel file--&gt; save as--&gt;</a:t>
            </a:r>
          </a:p>
          <a:p>
            <a:r>
              <a:rPr lang="en-US" dirty="0">
                <a:latin typeface="Times" pitchFamily="2" charset="0"/>
              </a:rPr>
              <a:t>Import into R </a:t>
            </a:r>
          </a:p>
          <a:p>
            <a:r>
              <a:rPr lang="en-US" dirty="0">
                <a:latin typeface="Times" pitchFamily="2" charset="0"/>
              </a:rPr>
              <a:t>In R refer to the name of this data instead of </a:t>
            </a:r>
            <a:r>
              <a:rPr lang="en-US" dirty="0" err="1">
                <a:latin typeface="Times" pitchFamily="2" charset="0"/>
              </a:rPr>
              <a:t>InsectSprays</a:t>
            </a:r>
            <a:r>
              <a:rPr lang="en-US" dirty="0">
                <a:latin typeface="Times" pitchFamily="2" charset="0"/>
              </a:rPr>
              <a:t> and repeat some of the previous lectures codes</a:t>
            </a:r>
          </a:p>
          <a:p>
            <a:r>
              <a:rPr lang="en-US" dirty="0">
                <a:latin typeface="Times" pitchFamily="2" charset="0"/>
              </a:rPr>
              <a:t>The next 2 slides show the csv conversion and import into R</a:t>
            </a:r>
          </a:p>
          <a:p>
            <a:pPr marL="0" indent="0">
              <a:buNone/>
            </a:pPr>
            <a:endParaRPr lang="en-US" dirty="0"/>
          </a:p>
          <a:p>
            <a:endParaRPr lang="en-US" dirty="0"/>
          </a:p>
        </p:txBody>
      </p:sp>
      <p:pic>
        <p:nvPicPr>
          <p:cNvPr id="4" name="Slide 6">
            <a:hlinkClick r:id="" action="ppaction://media"/>
            <a:extLst>
              <a:ext uri="{FF2B5EF4-FFF2-40B4-BE49-F238E27FC236}">
                <a16:creationId xmlns:a16="http://schemas.microsoft.com/office/drawing/2014/main" id="{51590CE2-CB5A-3D42-9C91-2983D9EB899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3438493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964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5E89-E56B-464E-A025-93321C388DBC}"/>
              </a:ext>
            </a:extLst>
          </p:cNvPr>
          <p:cNvSpPr>
            <a:spLocks noGrp="1"/>
          </p:cNvSpPr>
          <p:nvPr>
            <p:ph type="title"/>
          </p:nvPr>
        </p:nvSpPr>
        <p:spPr/>
        <p:txBody>
          <a:bodyPr/>
          <a:lstStyle/>
          <a:p>
            <a:endParaRPr lang="en-US"/>
          </a:p>
        </p:txBody>
      </p:sp>
      <p:pic>
        <p:nvPicPr>
          <p:cNvPr id="6" name="Slide 5">
            <a:hlinkClick r:id="" action="ppaction://media"/>
            <a:extLst>
              <a:ext uri="{FF2B5EF4-FFF2-40B4-BE49-F238E27FC236}">
                <a16:creationId xmlns:a16="http://schemas.microsoft.com/office/drawing/2014/main" id="{6B8B0312-9642-A840-9347-31328CD84F6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5689600" y="3022600"/>
            <a:ext cx="812800" cy="812800"/>
          </a:xfrm>
          <a:prstGeom prst="rect">
            <a:avLst/>
          </a:prstGeom>
        </p:spPr>
      </p:pic>
      <p:pic>
        <p:nvPicPr>
          <p:cNvPr id="16" name="Picture 15">
            <a:extLst>
              <a:ext uri="{FF2B5EF4-FFF2-40B4-BE49-F238E27FC236}">
                <a16:creationId xmlns:a16="http://schemas.microsoft.com/office/drawing/2014/main" id="{DF5E2041-A45F-A34D-8626-F0945038042D}"/>
              </a:ext>
            </a:extLst>
          </p:cNvPr>
          <p:cNvPicPr>
            <a:picLocks noChangeAspect="1"/>
          </p:cNvPicPr>
          <p:nvPr/>
        </p:nvPicPr>
        <p:blipFill>
          <a:blip r:embed="rId7"/>
          <a:stretch>
            <a:fillRect/>
          </a:stretch>
        </p:blipFill>
        <p:spPr>
          <a:xfrm>
            <a:off x="164431" y="-1403799"/>
            <a:ext cx="11012906" cy="8852798"/>
          </a:xfrm>
          <a:prstGeom prst="rect">
            <a:avLst/>
          </a:prstGeom>
        </p:spPr>
      </p:pic>
      <p:sp>
        <p:nvSpPr>
          <p:cNvPr id="18" name="Content Placeholder 17">
            <a:extLst>
              <a:ext uri="{FF2B5EF4-FFF2-40B4-BE49-F238E27FC236}">
                <a16:creationId xmlns:a16="http://schemas.microsoft.com/office/drawing/2014/main" id="{1D0F7DBD-27B5-E34E-BC7B-C8EB97D0A54F}"/>
              </a:ext>
            </a:extLst>
          </p:cNvPr>
          <p:cNvSpPr>
            <a:spLocks noGrp="1"/>
          </p:cNvSpPr>
          <p:nvPr>
            <p:ph idx="1"/>
          </p:nvPr>
        </p:nvSpPr>
        <p:spPr/>
        <p:txBody>
          <a:bodyPr/>
          <a:lstStyle/>
          <a:p>
            <a:endParaRPr lang="en-US" dirty="0"/>
          </a:p>
        </p:txBody>
      </p:sp>
      <p:pic>
        <p:nvPicPr>
          <p:cNvPr id="3" name="Slide 7">
            <a:hlinkClick r:id="" action="ppaction://media"/>
            <a:extLst>
              <a:ext uri="{FF2B5EF4-FFF2-40B4-BE49-F238E27FC236}">
                <a16:creationId xmlns:a16="http://schemas.microsoft.com/office/drawing/2014/main" id="{8AEAA37A-F75D-BC47-9B7A-55F14A6B063D}"/>
              </a:ext>
            </a:extLst>
          </p:cNvPr>
          <p:cNvPicPr>
            <a:picLocks noChangeAspect="1"/>
          </p:cNvPicPr>
          <p:nvPr>
            <a:audioFile r:link="rId4"/>
            <p:extLst>
              <p:ext uri="{DAA4B4D4-6D71-4841-9C94-3DE7FCFB9230}">
                <p14:media xmlns:p14="http://schemas.microsoft.com/office/powerpoint/2010/main" r:embed="rId3"/>
              </p:ext>
            </p:extLst>
          </p:nvPr>
        </p:nvPicPr>
        <p:blipFill>
          <a:blip r:embed="rId6"/>
          <a:stretch>
            <a:fillRect/>
          </a:stretch>
        </p:blipFill>
        <p:spPr>
          <a:xfrm>
            <a:off x="4081379" y="3429000"/>
            <a:ext cx="812800" cy="812800"/>
          </a:xfrm>
          <a:prstGeom prst="rect">
            <a:avLst/>
          </a:prstGeom>
        </p:spPr>
      </p:pic>
    </p:spTree>
    <p:extLst>
      <p:ext uri="{BB962C8B-B14F-4D97-AF65-F5344CB8AC3E}">
        <p14:creationId xmlns:p14="http://schemas.microsoft.com/office/powerpoint/2010/main" val="831568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1258"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6449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6"/>
                </p:tgtEl>
              </p:cMediaNode>
            </p:audio>
            <p:audio>
              <p:cMediaNode vol="80000">
                <p:cTn id="12"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247A6-80BE-8C47-853D-9BBDDCC6F0C2}"/>
              </a:ext>
            </a:extLst>
          </p:cNvPr>
          <p:cNvSpPr>
            <a:spLocks noGrp="1"/>
          </p:cNvSpPr>
          <p:nvPr>
            <p:ph type="title"/>
          </p:nvPr>
        </p:nvSpPr>
        <p:spPr/>
        <p:txBody>
          <a:bodyPr/>
          <a:lstStyle/>
          <a:p>
            <a:endParaRPr lang="en-US"/>
          </a:p>
        </p:txBody>
      </p:sp>
      <p:pic>
        <p:nvPicPr>
          <p:cNvPr id="4" name="Content Placeholder 13">
            <a:extLst>
              <a:ext uri="{FF2B5EF4-FFF2-40B4-BE49-F238E27FC236}">
                <a16:creationId xmlns:a16="http://schemas.microsoft.com/office/drawing/2014/main" id="{8C075E8E-79B1-6947-998A-A069951EB7AB}"/>
              </a:ext>
            </a:extLst>
          </p:cNvPr>
          <p:cNvPicPr>
            <a:picLocks noGrp="1" noChangeAspect="1"/>
          </p:cNvPicPr>
          <p:nvPr>
            <p:ph idx="1"/>
          </p:nvPr>
        </p:nvPicPr>
        <p:blipFill>
          <a:blip r:embed="rId4"/>
          <a:stretch>
            <a:fillRect/>
          </a:stretch>
        </p:blipFill>
        <p:spPr>
          <a:xfrm>
            <a:off x="-968107" y="-84221"/>
            <a:ext cx="11880749" cy="7425469"/>
          </a:xfrm>
        </p:spPr>
      </p:pic>
      <p:pic>
        <p:nvPicPr>
          <p:cNvPr id="3" name="Slide 8">
            <a:hlinkClick r:id="" action="ppaction://media"/>
            <a:extLst>
              <a:ext uri="{FF2B5EF4-FFF2-40B4-BE49-F238E27FC236}">
                <a16:creationId xmlns:a16="http://schemas.microsoft.com/office/drawing/2014/main" id="{B781C932-794C-F54D-9D2F-D3A028A3344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431966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396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4463</TotalTime>
  <Words>454</Words>
  <Application>Microsoft Macintosh PowerPoint</Application>
  <PresentationFormat>Widescreen</PresentationFormat>
  <Paragraphs>30</Paragraphs>
  <Slides>8</Slides>
  <Notes>0</Notes>
  <HiddenSlides>0</HiddenSlides>
  <MMClips>8</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Cambria Math</vt:lpstr>
      <vt:lpstr>Times</vt:lpstr>
      <vt:lpstr>Office Theme</vt:lpstr>
      <vt:lpstr>Analysis of Variance</vt:lpstr>
      <vt:lpstr>Multiple comparisons- from reference book</vt:lpstr>
      <vt:lpstr>Scheffe test and Tukey test</vt:lpstr>
      <vt:lpstr>Implementing in R</vt:lpstr>
      <vt:lpstr>PowerPoint Presentation</vt:lpstr>
      <vt:lpstr>Data from excel into 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Anova, Manova</dc:title>
  <dc:creator>Kulkarni, Varsha</dc:creator>
  <cp:lastModifiedBy>Kulkarni, Varsha</cp:lastModifiedBy>
  <cp:revision>14</cp:revision>
  <dcterms:created xsi:type="dcterms:W3CDTF">2020-08-14T19:57:56Z</dcterms:created>
  <dcterms:modified xsi:type="dcterms:W3CDTF">2020-08-24T22:29:35Z</dcterms:modified>
</cp:coreProperties>
</file>